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B27CD-E248-8126-0D88-76F95A3417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2E347A-015D-5B55-2A90-E8305934C1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55C8EB-CEFE-F22B-7686-4558350E4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77256-94B8-4BEE-9294-9863315FE979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242951-BDC7-24B6-9A5C-7FB3A81A3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2CC61A-0AFA-24F5-AB6C-E7E23BBFC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3DB3E-2DC1-44B7-81FC-CDBADC8235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9434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28D00-5416-4D7D-BD0A-69087E3BD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D46AD-1C23-8730-F5E3-E60CA4B74C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DEABD3-BB0B-8AD6-DA1D-E741B8E35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77256-94B8-4BEE-9294-9863315FE979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F6EFD-B075-6175-DB45-347E61761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C81B42-4566-3A8A-4AAD-408239616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3DB3E-2DC1-44B7-81FC-CDBADC8235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430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09178-2D20-E82B-9F77-EAE11D13E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CD90B7-76A4-1FFE-2977-F17F8C7F77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3132C7-CB00-BA49-6A08-72EEC545E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77256-94B8-4BEE-9294-9863315FE979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04C3B8-A1F3-22EC-174B-72EAEB42F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9E3749-2CD1-A9B4-8FC9-55980E514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3DB3E-2DC1-44B7-81FC-CDBADC8235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9879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B2495-B999-AB36-3E70-D5B566E2B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AA511-1CD2-C12B-58C1-AFD7B56E79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91B140-F87B-C3AD-2C53-7936C84491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3AEDC2-AB18-32AA-A96B-E1464700A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77256-94B8-4BEE-9294-9863315FE979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D59F21-B710-B548-E377-12E1D724B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587774-7975-3F24-5309-AA66C10D9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3DB3E-2DC1-44B7-81FC-CDBADC8235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9910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7E7C5-749F-6E4D-BED5-32A4A471A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83DD65-A275-399E-FDDD-7E7DDD495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2D2101-5D8F-398A-6974-D97D293E59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6926E9-AD35-EA29-2FCF-4D38297835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3879E2-658B-628B-A325-6BFC799A48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14F262-BE4E-F7BC-AE5D-63E30F859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77256-94B8-4BEE-9294-9863315FE979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939190-2E7E-DBA2-0B61-B6F12B5C7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4620DF-508D-4630-BA1A-F5A59FFD3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3DB3E-2DC1-44B7-81FC-CDBADC8235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4039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FBFDB-DBAB-A819-1020-BF4F87500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A8F528-01B3-D302-4EB2-FAF12A0A1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77256-94B8-4BEE-9294-9863315FE979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75F868-554C-B5A7-5A49-5B12F2559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F8F2DC-8D9D-4527-F9FB-2CDE74B55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3DB3E-2DC1-44B7-81FC-CDBADC8235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910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4BF754-320F-EC69-FBC0-0A3450258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77256-94B8-4BEE-9294-9863315FE979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23F9DB-9929-862C-9DD1-54DED997E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7A7A7F-FE56-E0AB-41E8-42F193B90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3DB3E-2DC1-44B7-81FC-CDBADC8235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8555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0A7A9-AC64-A518-A1B8-A1BC0179B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27E4B-B655-1AC7-4D2A-F232FF649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4419F8-83D2-22BF-FE49-D8EB8FECB7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78EAF9-3930-2876-FE30-A7F1BE219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77256-94B8-4BEE-9294-9863315FE979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CDBF5-C7EA-438F-CB98-93AA88A97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FA0A10-0CDE-855E-C043-5198DC8EF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3DB3E-2DC1-44B7-81FC-CDBADC8235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7310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A0524-D6FE-490E-1D25-CC33D2199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5957D7-567B-557F-7DF3-EA72B5C5B1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E54CF0-E6C6-4F04-5BD6-08949CF35E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186A10-B68E-FBA2-B423-F36274F66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77256-94B8-4BEE-9294-9863315FE979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F51CC9-AC13-C63D-A5C8-D401805FD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36CF9-43A0-3720-812F-6A90706A3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3DB3E-2DC1-44B7-81FC-CDBADC8235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2535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560D9-4309-575F-7FBE-AF5E739AA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03AD6A-B978-F314-1ADF-7B1A414C6E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9D3D1B-FB21-F613-6C24-492F37FD6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77256-94B8-4BEE-9294-9863315FE979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CD2F78-7F94-A590-5705-8B5E0B014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C14CBE-5227-27C5-DFA0-869AFD05D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3DB3E-2DC1-44B7-81FC-CDBADC8235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4469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330BED-492A-2124-E305-C934AD17E5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1B00DB-A3E2-7D13-386A-1BA7D84FA5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16692-E08A-9D9E-B238-B7F5DE405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77256-94B8-4BEE-9294-9863315FE979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A0B84-BDAA-7256-DA00-48CD2BD69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A6C12-1000-A1A1-C2FA-9C032069E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3DB3E-2DC1-44B7-81FC-CDBADC8235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7595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D22AF8-A5E3-0F60-84F2-4A80563EB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9CC2FE-9A6B-ACB3-CCD7-BF3FA10AC1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AA8FB-E7DD-94DF-7C95-2403047667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477256-94B8-4BEE-9294-9863315FE979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5F967-B729-524E-A609-7A1EBA020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59E35-26B8-49EF-41DC-1A81C6429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23DB3E-2DC1-44B7-81FC-CDBADC8235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5562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38579-36E8-CFFA-E0ED-19E78DFE4C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60439"/>
            <a:ext cx="9144000" cy="4162032"/>
          </a:xfrm>
        </p:spPr>
        <p:txBody>
          <a:bodyPr>
            <a:normAutofit fontScale="90000"/>
          </a:bodyPr>
          <a:lstStyle/>
          <a:p>
            <a:r>
              <a:rPr lang="en-US" dirty="0"/>
              <a:t>PROJECT TITLE: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CAMPUS POLL AND FEEDBACK SYSTEM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0029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E9C33-279A-05DB-DE4B-90F81A332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80915-A0BB-0812-4564-0DD7BE983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058891"/>
          </a:xfrm>
        </p:spPr>
        <p:txBody>
          <a:bodyPr/>
          <a:lstStyle/>
          <a:p>
            <a:r>
              <a:rPr lang="en-US" dirty="0" err="1"/>
              <a:t>B.Bhavana</a:t>
            </a:r>
            <a:r>
              <a:rPr lang="en-US" dirty="0"/>
              <a:t> - 2403A52249</a:t>
            </a:r>
          </a:p>
          <a:p>
            <a:endParaRPr lang="en-US" dirty="0"/>
          </a:p>
          <a:p>
            <a:r>
              <a:rPr lang="en-US" dirty="0" err="1"/>
              <a:t>CH.Vyshnavi</a:t>
            </a:r>
            <a:r>
              <a:rPr lang="en-US" dirty="0"/>
              <a:t> - 2403A52252</a:t>
            </a:r>
          </a:p>
          <a:p>
            <a:endParaRPr lang="en-US" dirty="0"/>
          </a:p>
          <a:p>
            <a:r>
              <a:rPr lang="en-US" dirty="0" err="1"/>
              <a:t>S.Namitha</a:t>
            </a:r>
            <a:r>
              <a:rPr lang="en-US" dirty="0"/>
              <a:t> - 2403A52255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2702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A7D70-B98F-A2A8-E9ED-CBB010853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Objectives</a:t>
            </a:r>
            <a:br>
              <a:rPr lang="en-US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85908E2-AB6C-EE5D-7CA2-87718AAD7EF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3622" y="1607678"/>
            <a:ext cx="1295207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 secure, one-vote-per-student polling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across multiple campus categories with real-time result tracking.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role-based dashboards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Students vote, In-charges view category analytics, Admin manages all polls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&amp; sees full results.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 live, interactive doughnut charts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every poll using aggregated data from all students.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 poll management &amp; data export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Admin can add/delete polls; In-charges can download results as CSV.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Deliver a responsive, dark-mode-enabled, no-backend web app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Tailwind, Chart.js, and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localStorage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persistence. </a:t>
            </a:r>
          </a:p>
        </p:txBody>
      </p:sp>
    </p:spTree>
    <p:extLst>
      <p:ext uri="{BB962C8B-B14F-4D97-AF65-F5344CB8AC3E}">
        <p14:creationId xmlns:p14="http://schemas.microsoft.com/office/powerpoint/2010/main" val="1375807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5E73A-7573-A8EE-BD55-9A11AE0D9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Stake Holders: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CAA55C9-B648-A887-F378-AB512EB38E1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16136"/>
            <a:ext cx="844167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Vote &amp; give feedback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In-Charges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View category results &amp; export data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Manage polls &amp; see all charts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College Leadership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Use insights for decisions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Team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Maintain &amp; upgrade system </a:t>
            </a:r>
          </a:p>
        </p:txBody>
      </p:sp>
    </p:spTree>
    <p:extLst>
      <p:ext uri="{BB962C8B-B14F-4D97-AF65-F5344CB8AC3E}">
        <p14:creationId xmlns:p14="http://schemas.microsoft.com/office/powerpoint/2010/main" val="2828220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89F88-E24B-D919-C75F-5A00DC32B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</a:t>
            </a:r>
            <a:r>
              <a:rPr lang="en-US" dirty="0" err="1"/>
              <a:t>Languages,Tools</a:t>
            </a:r>
            <a:r>
              <a:rPr lang="en-US" dirty="0"/>
              <a:t> and Software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FAE4AF6-24BC-FA27-A6CF-885BEC736D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31579"/>
            <a:ext cx="9794604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HTML5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Structure of the web app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CSS3 + Tailwind CSS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Responsive &amp; modern UI styling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Vanilla JavaScript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Core logic, voting, charts, storage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Chart.js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Interactive doughnut charts for live results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Lucide Icons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Clean, scalable UI icons (via CDN)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localStorage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Persistent data storage (no backend)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 Browser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Chrome/Firefox (for testing &amp; deployment)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 Editor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VS Code (recommended for development) </a:t>
            </a:r>
          </a:p>
        </p:txBody>
      </p:sp>
    </p:spTree>
    <p:extLst>
      <p:ext uri="{BB962C8B-B14F-4D97-AF65-F5344CB8AC3E}">
        <p14:creationId xmlns:p14="http://schemas.microsoft.com/office/powerpoint/2010/main" val="608356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7E856-CB3B-656A-60A3-9B8BCBABA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View of the Web Application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3127FD-82DD-164A-9780-008FF6A483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1622" y="1825625"/>
            <a:ext cx="946875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8310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256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PROJECT TITLE:  CAMPUS POLL AND FEEDBACK SYSTEM </vt:lpstr>
      <vt:lpstr>TEAM:</vt:lpstr>
      <vt:lpstr>Project Objectives </vt:lpstr>
      <vt:lpstr>Stake Holders:</vt:lpstr>
      <vt:lpstr>Programming Languages,Tools and Software</vt:lpstr>
      <vt:lpstr>View of the Web Application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soora namitha</dc:creator>
  <cp:lastModifiedBy>soora namitha</cp:lastModifiedBy>
  <cp:revision>1</cp:revision>
  <dcterms:created xsi:type="dcterms:W3CDTF">2025-11-14T05:20:44Z</dcterms:created>
  <dcterms:modified xsi:type="dcterms:W3CDTF">2025-11-14T05:20:44Z</dcterms:modified>
</cp:coreProperties>
</file>